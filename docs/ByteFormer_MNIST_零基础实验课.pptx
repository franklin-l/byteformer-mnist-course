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Franklin-L/byteformer-mnist-cours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kaggle.com/code" TargetMode="External"/><Relationship Id="rId4" Type="http://schemas.openxmlformats.org/officeDocument/2006/relationships/hyperlink" Target="https://www.autodl.com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zhuanlan.zhihu.com/p/18209757723" TargetMode="External"/><Relationship Id="rId4" Type="http://schemas.openxmlformats.org/officeDocument/2006/relationships/hyperlink" Target="https://blog.csdn.net/yyyyyybw/article/details/148336854" TargetMode="External"/><Relationship Id="rId5" Type="http://schemas.openxmlformats.org/officeDocument/2006/relationships/hyperlink" Target="https://www.kaggle.com/docs/notebooks" TargetMode="External"/><Relationship Id="rId6" Type="http://schemas.openxmlformats.org/officeDocument/2006/relationships/hyperlink" Target="https://github.com/Franklin-L/byteformer-mnist-course/raw/refs/heads/main/course_kaggle.ipynb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autodl.com/docs/quick_start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Franklin-L/byteformer-mnist-course" TargetMode="External"/><Relationship Id="rId4" Type="http://schemas.openxmlformats.org/officeDocument/2006/relationships/hyperlink" Target="https://www.kaggle.com/docs/notebooks" TargetMode="External"/><Relationship Id="rId5" Type="http://schemas.openxmlformats.org/officeDocument/2006/relationships/hyperlink" Target="https://www.autodl.com/docs/quick_start/" TargetMode="External"/><Relationship Id="rId6" Type="http://schemas.openxmlformats.org/officeDocument/2006/relationships/hyperlink" Target="https://arxiv.org/abs/2306.00238" TargetMode="External"/><Relationship Id="rId7" Type="http://schemas.openxmlformats.org/officeDocument/2006/relationships/hyperlink" Target="https://github.com/apple/corenet/tree/main/projects/byteformer" TargetMode="External"/><Relationship Id="rId8" Type="http://schemas.openxmlformats.org/officeDocument/2006/relationships/hyperlink" Target="https://github.com/cvdfoundation/mni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719" y="0"/>
            <a:ext cx="8380256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13432"/>
            <a:ext cx="12191695" cy="50292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st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2670"/>
            <a:ext cx="1645920" cy="125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2770632"/>
            <a:ext cx="8869680" cy="103327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76BA0"/>
                </a:solidFill>
                <a:latin typeface="Noto Sans CJK SC"/>
              </a:defRPr>
            </a:pPr>
            <a:r>
              <a:t>ByteFormer 微调 MNIST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8608" y="3913632"/>
            <a:ext cx="8686800" cy="685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0">
                <a:solidFill>
                  <a:srgbClr val="243547"/>
                </a:solidFill>
                <a:latin typeface="Noto Sans CJK SC"/>
              </a:defRPr>
            </a:pPr>
            <a:r>
              <a:t>零基础图像分类实验课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4846320"/>
            <a:ext cx="87782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647483"/>
                </a:solidFill>
                <a:latin typeface="Noto Sans CJK SC"/>
              </a:defRPr>
            </a:pPr>
            <a:r>
              <a:t>按步骤运行 · 查看真实结果 · 亲手修改一个参数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5879592"/>
            <a:ext cx="91440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https://github.com/Franklin-L/byteformer-mnist-course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01 任务要求与完成路线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0195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2880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完成一次真实微调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19456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加载官方预训练ByteFormer，完成MNIST手写数字0—9分类。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3639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06324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亲手完成三个操作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42900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自行设置参数并微调 → 观察验证曲线 → 查看并解释一个错例。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7083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29768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交付自己的实验记录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66344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保留自己的指标、曲线、错例和Word报告，说明参数选择与结果。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02 实验原理：文件字节输入 + 预训练微调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手写数字图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JPEG 文件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93792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字节序列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29216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数字0—9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264408"/>
            <a:ext cx="10652760" cy="21488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① 加载Apple官方ImageNet JPEG预训练ByteFormer Tiny。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② 保留完整12层主干，把原1000类分类头换成10类。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③ 使用MNIST继续训练全部参数，输出数字0—9的分类结果。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5550408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学生只需运行脚本；图像转JPEG、字节读取、模型加载均已封装。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03 MNIST 数据与训练 / 验证 / 测试划分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4</a:t>
            </a:r>
          </a:p>
        </p:txBody>
      </p:sp>
      <p:pic>
        <p:nvPicPr>
          <p:cNvPr id="9" name="Picture 8" descr="mnist_dig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11095"/>
            <a:ext cx="4617720" cy="1847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" y="4288536"/>
            <a:ext cx="438912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28×28灰度图；10个数字类别。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原始文件已随GitHub仓库提供。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9552" y="1874519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15000" y="1965960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训练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50,000张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139696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更新模型参数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59552" y="2953511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3044951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验证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1,000张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218687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每轮检查，选择best.pt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59552" y="4032504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0" y="4123944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测试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10,000张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29768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模型确定后最终评估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596128"/>
            <a:ext cx="1065276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官方60,000张训练图先分为50,000训练池+10,000验证池；本课固定取1,000验证图，余9,000张未使用。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04 平台与配套材料：优先 Kaggle，备用 AutoDL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免费额度、可用GPU与租用价格，以平台当前页面为准。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214884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114800"/>
                <a:gridCol w="429768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路线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学生要准备什么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使用方式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Kaggle免费GPU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账号、可用GPU额度、Internet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导入课程Notebook，逐格运行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AutoDL备用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按当前报价租1张GPU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选择PyTorch镜像，打开Terminal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本地CPU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已有Python/PyTorch环境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小样本流程检查，不替代正式实验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Kaggle：创建Notebook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AutoDL：实例与价格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05272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配套：course_kaggle.ipynb逐步操作 ｜ README完整命令 ｜ Word实验报告模板。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05 Kaggle GPU：课前教程与课程入口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38528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知乎｜Kaggle GPU资源使用教程——针对超级小白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615184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724912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CSDN｜科研小白扫盲：Kaggle平台使用指导指南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401568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511296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Kaggle官方｜Notebook使用文档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462272"/>
            <a:ext cx="104241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课程Notebook：下载course_kaggle.ipynb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" y="5102352"/>
            <a:ext cx="10378440" cy="7132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按教程准备好GPU后，导入课程Notebook，逐格运行。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环境检查显示 GPU available: True，即可继续实验。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06 获取代码、数据与预训练权重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Kaggle笔记本已写好这些命令，按顺序运行即可。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10725912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76856"/>
            <a:ext cx="10396728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%cd /kaggle/working/byteformer-mnist-course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prepare.py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251960"/>
            <a:ext cx="106070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看到[READY]即准备完成：MNIST约11.6MB随仓库提供；官方权重约64MB自动下载并校验。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230368"/>
            <a:ext cx="10607040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prepare.py：准备资源　train.py：微调　evaluate.py：评估　predict.py：预测</a:t>
            </a:r>
          </a:p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data/：数据　checkpoints/：预训练权重　outputs/：你自己的实验结果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07 开始训练：看懂参数，运行一条命令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56231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947672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947672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50,000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87168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578608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验证 / 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578608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1,000 / 10,000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118103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209544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训练轮数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209544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49039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840479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batch 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840479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自行设置，参考32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79975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471415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学习率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471415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主干1e-4；分类头10倍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1911095"/>
            <a:ext cx="5230368" cy="171907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79" y="2039112"/>
            <a:ext cx="4901183" cy="1463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EPOCHS = int(input("epochs: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BATCH_SIZE = int(input("batch: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{EPOCHS} \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--batch-size {BATCH_SIZE}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886200"/>
            <a:ext cx="4919472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看到[DONE]即训练完成。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结果保存到outputs/baseline/。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请记录实际使用的参数。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96128"/>
            <a:ext cx="104698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训练轮数和batch size均可调整；参考值仅供起步，测试集只作最终评估。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08 查看自己的训练结果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0698480" cy="117043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6"/>
            <a:ext cx="10369296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FFFFFF"/>
                </a:solidFill>
                <a:latin typeface="DejaVu Sans Mono"/>
              </a:defRPr>
            </a:pPr>
            <a:r>
              <a:t>from IPython.display import display, Image</a:t>
            </a:r>
          </a:p>
          <a:p>
            <a:pPr>
              <a:spcAft>
                <a:spcPts val="300"/>
              </a:spcAft>
              <a:defRPr sz="2000" b="0">
                <a:solidFill>
                  <a:srgbClr val="FFFFFF"/>
                </a:solidFill>
                <a:latin typeface="DejaVu Sans Mono"/>
              </a:defRPr>
            </a:pPr>
            <a:r>
              <a:t>display(Image("outputs/baseline/curves.png"))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训练损失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损失是否逐渐下降？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后期是否还在改善？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验证表现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验证准确率怎样变化？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与训练表现差距多大？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85048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测试结果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加载验证集选出的模型，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在测试集上评估并记录。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5596128"/>
            <a:ext cx="104241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指标与参数保存在metrics.json中；结合曲线，解释本次实验的结果。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09 评估、单图预测与错例检查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10744200" cy="1197864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956816"/>
            <a:ext cx="10415016" cy="9418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evaluate.py --checkpoint outputs/baseline/best.pt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predict.py --checkpoint outputs/baseline/best.pt --index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74136"/>
            <a:ext cx="5513832" cy="19751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评估：读取best.pt，保存evaluation.json。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预测：显示真实标签与预测，生成单图结果。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实操：换一个0—9999的测试索引。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错例：Notebook自动给出错误样本索引。</a:t>
            </a:r>
          </a:p>
        </p:txBody>
      </p:sp>
      <p:pic>
        <p:nvPicPr>
          <p:cNvPr id="12" name="Picture 11" descr="example_dig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246120"/>
            <a:ext cx="2084831" cy="20848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0" y="5440680"/>
            <a:ext cx="420624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真实标签7 ｜ 模型预测7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05856"/>
            <a:ext cx="59436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Notebook另提供完整预测图和混淆矩阵，供查找与分析错例。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10 学生实操：自行设置，观察验证结果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1856231"/>
            <a:ext cx="10707624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1984248"/>
            <a:ext cx="10378440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COMPARISON_EPOCHS = int(input("epochs: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COMPARISON_BATCH_SIZE = int(input("batch: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{COMPARISON_EPOCHS} \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  --batch-size {COMPARISON_BATCH_SIZE} --output outputs/comparison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822191"/>
            <a:ext cx="5257800" cy="17922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轮数和batch size均自行设置，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建议一次只改变其中一项。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数据、随机种子和预训练来源相同。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保留baseline，另存comparison。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37376" y="3767328"/>
            <a:ext cx="4718304" cy="19019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3886200"/>
            <a:ext cx="4315968" cy="1655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用自己的结果回答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验证准确率是否提高？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训练损失怎样变化？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改变设置的收益与代价？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为什么还需要验证集？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24728"/>
            <a:ext cx="1037844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记录两次实验的参数、验证准确率与耗时，解释设置变化带来的影响。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11 AutoDL 备用路线：开机 → 运行 → 下载 → 关机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792224"/>
            <a:ext cx="1065276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租用1张GPU并选择PyTorch镜像 → 打开JupyterLab → Terminal；以下命令前不加 !。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423160"/>
            <a:ext cx="10707624" cy="249631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51176"/>
            <a:ext cx="10378440" cy="2240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/root/autodl-tmp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clone https://github.com/Franklin-L/byteformer-mnist-course.git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byteformer-mnist-course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-m pip install -r requirements.txt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prepare.py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"epochs: " EPOCHS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"batch size (ref 32): " BATCH_SIZE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train.py --epochs "$EPOCHS" --batch-size "$BATCH_SIZE"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5084064"/>
            <a:ext cx="10451592" cy="8138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运行后下载outputs中的指标和图；如需继续预测，保存best.pt。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结束后回控制台关机：关闭浏览器不等于关机。价格以页面当前报价为准。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07608"/>
            <a:ext cx="103327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AutoDL官方快速开始（实例、JupyterLab、Terminal）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12 常见问题：从错误最后一行定位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874519"/>
          <a:ext cx="10789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699516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现象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处理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GPU available: False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开启Kaggle GPU；或确认AutoDL实例和PyTorch环境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No module named ...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在当前课程目录安装requirements.txt，确认使用同一环境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下载超时 / 校验失败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开启Internet重试；或使用教师预下载资源包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CUDA out of memory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减小batch size，如32降到16或8，并记录实际值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输出目录已存在 / best.pt找不到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重跑使用新output；评估checkpoint对应实际训练目录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验证表现不再改善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查看训练与验证曲线，检查样本量、预训练权重与学习率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CPU备用：README提供小样本流程检查命令，便于先熟悉代码运行。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13 下载结果、填写报告并提交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10512"/>
            <a:ext cx="5513832" cy="33284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① 运行Notebook最后的打包单元格。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② 在文件面板下载byteformer_mnist_results.zip。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③ 用Word模板填写自己的环境、命令、指标和解释。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④ 附两组曲线、预测图、错例证据。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默认不用提交数据集、Python环境或大模型。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1"/>
            <a:ext cx="45720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基础任务达标检查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28816" y="245059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249631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训练、验证和测试流程完整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28816" y="2916936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2962656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记录实际参数与运行环境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28816" y="3383280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5976" y="3429000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说明训练与验证曲线变化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3849624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895344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完成一次自选参数对比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28816" y="4315968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4361688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查看预测并分析错例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28816" y="478231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5976" y="482803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提交自己的实验报告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769864"/>
            <a:ext cx="10451592" cy="5212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提交渠道与截止时间由任课教师说明；只填写真实运行结果，验证与测试指标不要混写。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14 拓展加分任务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792224"/>
            <a:ext cx="10680192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84248"/>
            <a:ext cx="1028700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完成MNIST规定任务并提交实验报告，即达标及格。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2944368"/>
            <a:ext cx="5212080" cy="221284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45536"/>
            <a:ext cx="488289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加分任务一｜CIFAR-10微调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22191"/>
            <a:ext cx="4882896" cy="11704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把ByteFormer微调流程迁移到CIFAR-10。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自行适配数据读取与分类任务，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完成训练、验证和测试。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2944368"/>
            <a:ext cx="5212080" cy="221284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3145536"/>
            <a:ext cx="488289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进阶加分任务二｜Stanford40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822191"/>
            <a:ext cx="4882896" cy="11704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完成斯坦福40动作识别数据集的微调分类。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自行准备数据、调整分类头并设置参数，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分析预测结果与典型错例。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5477256"/>
            <a:ext cx="10378440" cy="7680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完成额外任务可获得加分，挑战进阶任务可争取更高分。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附上代码、数据划分、实际结果与简要分析，说明你做了哪些调整。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15 课程入口与参考资料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详细点击步骤、完整命令和排错说明，统一放在配套指南与Notebook。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057400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课程仓库：代码、Notebook、数据、PPT、报告模板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Kaggle Notebook 官方文档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136391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AutoDL 官方快速开始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6758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ByteFormer 原论文：Bytes Are All You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215383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Apple CoreNet：ByteFormer代码与预训练权重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754879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8"/>
              </a:rPr>
              <a:t>MNIST：CVDF镜像与原作者说明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ByteFormer 微调 MNIST：零基础实验课</dc:title>
  <dc:subject>Kaggle / AutoDL · 真实预训练微调 · 学生操作指南</dc:subject>
  <dc:creator>Franklin-L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