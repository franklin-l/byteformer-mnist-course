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kaggle.com/code" TargetMode="External"/><Relationship Id="rId4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www.kaggle.com/docs/notebooks" TargetMode="External"/><Relationship Id="rId5" Type="http://schemas.openxmlformats.org/officeDocument/2006/relationships/hyperlink" Target="https://www.autodl.com/docs/quick_start/" TargetMode="External"/><Relationship Id="rId6" Type="http://schemas.openxmlformats.org/officeDocument/2006/relationships/hyperlink" Target="https://arxiv.org/abs/2306.00238" TargetMode="External"/><Relationship Id="rId7" Type="http://schemas.openxmlformats.org/officeDocument/2006/relationships/hyperlink" Target="https://github.com/apple/corenet/tree/main/projects/byteformer" TargetMode="External"/><Relationship Id="rId8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782312"/>
            <a:ext cx="877824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授课教师：吴科君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5404104"/>
            <a:ext cx="877824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6025896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加载官方预训练ByteFormer，完成MNIST手写数字0—9分类。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保留自己的指标、曲线、错例和Word报告，说明参数选择与结果。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GPU：课前教程与课程入口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开始训练：看懂参数，运行一条命令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查看自己的训练结果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98480" cy="117043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6"/>
            <a:ext cx="1036929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display(Image("outputs/baseline/curves.png"))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损失是否逐渐下降？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后期是否还在改善？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验证表现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验证准确率怎样变化？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与训练表现差距多大？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在测试集上评估并记录。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596128"/>
            <a:ext cx="104241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指标与参数保存在metrics.json中；结合曲线，解释本次实验的结果。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验证表现不再改善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查看训练与验证曲线，检查样本量、预训练权重与学习率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CPU备用：README提供小样本流程检查命令，便于先熟悉代码运行。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基础任务达标检查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训练、验证和测试流程完整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记录实际参数与运行环境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说明训练与验证曲线变化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完成一次自选参数对比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查看预测并分析错例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提交自己的实验报告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拓展加分任务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792224"/>
            <a:ext cx="10680192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84248"/>
            <a:ext cx="1028700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完成MNIST规定任务并提交实验报告，即达标及格。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加分任务一｜CIFAR-10微调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把ByteFormer微调流程迁移到CIFAR-10。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自行适配数据读取与分类任务，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进阶加分任务二｜Stanford40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完成斯坦福40动作识别数据集的微调分类。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自行准备数据、调整分类头并设置参数，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分析预测结果与典型错例。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477256"/>
            <a:ext cx="10378440" cy="7680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完成额外任务可获得加分，挑战进阶任务可争取更高分。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附上代码、数据划分、实际结果与简要分析，说明你做了哪些调整。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