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沿用教师样例的校园、校徽与白蓝风格，不沿用旧老师邮箱、截止日期或其他旧课程信息。本课PPT压缩为15页；逐格操作细节见course_kaggle.ipynb和README。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先展示最终任务，再介绍学习路线：准备环境和资源、训练、评估/预测、单参数练习、提交。评分见第14页。不会要求学生从零编写神经网络。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ByteFormer处理JPEG文件字节，不是ViT像素patch。MNIST灰度图转RGB后保存28x28 quality100 JPEG。模型167个主干张量严格匹配官方权重；教学移植修复padding/shift mask，见THIRD_PARTY_NOTICES.md。微调前新分类头未学习MNIST，不代表原ImageNet模型的原任务准确率。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集用于选模型，测试集只作最终评估，不能用测试分数反复调参。种子42排列官方60000训练部分，前50000训练、后10000验证候选，再取验证池前1000；种子43排列官方10000测试部分。正式默认测试全部10000。首次实测先测1000再用相同锁定模型独立全测10000，原始两份报告分别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平台网页步骤依据官方文档整理；本课程尚未登录Kaggle或AutoDL实际账号执行。所有展示的准确率、时间来自本地记录的RTX4090实验。无需在学生个人电脑安装CUDA。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程仅作平台准备入口，不要求运行文章中的示例项目。中文教程来自搜索检索；CSDN和知乎限制自动读取，本次未逐图核验，授课前请用学生浏览器确认可访问性。界面、验证和GPU额度以Kaggle实际页面及官方文档为准。下载原始ipynb文件后在Kaggle导入；课程尚未登录Kaggle账号实机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实际使用绝对目标路径并检测已有目录，重复运行不会删除结果。默认Kaggle工作目录为/kaggle/working。requirements只安装轻量依赖、限制NumPy&lt;2，不重装平台PyTorch/CUDA。数据4个MD5、权重SHA256已实测；资源缺失可重新运行prepare。网络受限可使用教师含数据和权重的课堂资源包，仍需已有PyTorch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epochs和batch size由学生输入；参考配置为train50000/val1000/test10000/batch32/lr1e-4/milestones4,6/gamma0.2/seed42。原正式实测训练末先测试1000，之后独立全10000；发布默认把最终测试整合成10000，共用同一score代码。输出目录已有best.pt时会报错保护结果；重跑换output且对应修改后续checkpoint。模型从官方权重全参数微调，AdamW weight_decay0.01，分类头10倍学习率。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来自examples/course_baseline与course_full_test。完整10000测试97.07%(9707/10000)，由验证97.30%选择第5轮模型；轮数是该次实测记录，不是课程要求。曲线蓝色训练、橙色验证。loss通常希望下降，accuracy通常希望上升；训练与验证差距反映泛化。完整测试不用于选最佳轮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图为测试顺序前12张加最多4个实际错例，不能用图中正确比例当整体准确率。index是原始测试索引，和随机排列后的行号不同；Notebook已自动映射。概率是模型softmax分数，不等于已校准可信度。自制图片可用--image assets/example_digit.png，黑底白字、单个居中数字。评估不改训练metrics.json。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学生自行设置轮数与batch size；参考值不构成固定要求，建议一次只改变其中一项。根据训练与验证曲线比较；测试成绩只作最终记录。对比从同一官方预训练权重开始，不是在baseline上续训。保持其他参数相同并保留独立输出。更多轮数未必更好；需记录自己的实际设置与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按AutoDL控制台选择空闲GPU、计费方式和PyTorch镜像，无需多卡。GPU检查命令python -c "import torch; print(torch.cuda.is_available())"。GitHub慢可用仓库ZIP上传解压进入正确目录。下载打包详细命令见README。关机与数据保留按当前官方规则，不承诺永久保存。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不要为一个warning盲目重装CUDA。出现cuDNN plan fallback但程序继续且loss有限可记录；Traceback且进程停止时看最后一行。CPU小样本路线已实测通过，但不是完整作业。所有操作均不需要修改其他同学的环境或删除公共数据。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Word模板路径docs/学生实验报告模板.docx。ZIP只含json/csv/png/npz小文件，不含best.pt；若后续想预测请另存模型。Kaggle ZIP在/kaggle/working根目录，AutoDL打包命令见README。评分重操作和解释，不按准确率排名替代教学目标。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所有链接为可点击链接。PPT共15页，对齐教师样例的信息密度；课堂主讲只需本PPT，学生逐步实操使用Notebook。未进行真实Kaggle或AutoDL登录执行，所有性能结果注明本地实测。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kaggle.com/code" TargetMode="External"/><Relationship Id="rId5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hyperlink" Target="https://zhuanlan.zhihu.com/p/18209757723" TargetMode="External"/><Relationship Id="rId5" Type="http://schemas.openxmlformats.org/officeDocument/2006/relationships/hyperlink" Target="https://blog.csdn.net/yyyyyybw/article/details/148336854" TargetMode="External"/><Relationship Id="rId6" Type="http://schemas.openxmlformats.org/officeDocument/2006/relationships/hyperlink" Target="https://www.kaggle.com/docs/notebooks" TargetMode="External"/><Relationship Id="rId7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Relationship Id="rId7" Type="http://schemas.openxmlformats.org/officeDocument/2006/relationships/hyperlink" Target="https://arxiv.org/abs/2306.00238" TargetMode="External"/><Relationship Id="rId8" Type="http://schemas.openxmlformats.org/officeDocument/2006/relationships/hyperlink" Target="https://github.com/apple/corenet/tree/main/projects/byteformer" TargetMode="External"/><Relationship Id="rId9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加载官方预训练ByteFormer，识别MNIST手写数字0—9；教师正式测试97.07%。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自行设置参数并微调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保留指标、曲线、错例和Word报告，不能用教师结果代替自己的运行。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GPU：课前教程与课程入口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知乎｜Kaggle GPU资源使用教程——针对超级小白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CSDN｜科研小白扫盲：Kaggle平台使用指导指南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Kaggle官方｜Notebook使用文档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课程Notebook：下载course_kaggle.ipynb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正式训练：看懂参数，运行一条命令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正式实测结果：先用验证选模型，再做测试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最佳验证准确率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完整测试准确率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97.07%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模型选择依据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验证集表现</a:t>
            </a:r>
          </a:p>
        </p:txBody>
      </p:sp>
      <p:pic>
        <p:nvPicPr>
          <p:cNvPr id="18" name="Picture 17" descr="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599" y="2926080"/>
            <a:ext cx="7858897" cy="29077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本次教师实测约11.88分钟，不含安装下载及末尾出图。云平台耗时以实际运行为准。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准确率低于参考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核对样本量、轮数、预训练来源与学习率策略，记录真实结果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CPU备用：README提供1,000张训练图、1轮的流程检查命令；它不代表正式95%以上的课程效果。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建议评分 / 100分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环境与数据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144" y="249631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962656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基线完成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96144" y="2962656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29000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曲线与指标解读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3429000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3895344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单参数对比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6144" y="3895344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4361688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错例分析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144" y="4361688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482803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报告完整性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6144" y="482803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MNIST：CVDF镜像与原作者说明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733288"/>
            <a:ext cx="1047902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校园、校徽来自教师样例并保留原权利；代码、数据与模型归属见仓库说明。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