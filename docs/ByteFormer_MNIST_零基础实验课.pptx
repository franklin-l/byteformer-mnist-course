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kaggle.com/code" TargetMode="External"/><Relationship Id="rId4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www.kaggle.com/docs/notebooks" TargetMode="External"/><Relationship Id="rId5" Type="http://schemas.openxmlformats.org/officeDocument/2006/relationships/hyperlink" Target="https://www.autodl.com/docs/quick_start/" TargetMode="External"/><Relationship Id="rId6" Type="http://schemas.openxmlformats.org/officeDocument/2006/relationships/hyperlink" Target="https://arxiv.org/abs/2306.00238" TargetMode="External"/><Relationship Id="rId7" Type="http://schemas.openxmlformats.org/officeDocument/2006/relationships/hyperlink" Target="https://github.com/apple/corenet/tree/main/projects/byteformer" TargetMode="External"/><Relationship Id="rId8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码流图像分类任务说明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实验目标与任务要求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实验目标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加载官方预训练ByteFormer，完成MNIST手写数字0—9分类。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实验内容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设置训练参数，完成模型微调、验证结果分析及错例分析。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提交材料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提交实验报告及运行记录，包括参数设置、学习曲线、评估结果和错例分析。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ByteFormer原理与微调方法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7" name="Picture 6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实验环境与配套材料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环境要求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Kaggle：创建Notebook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AutoDL：实例与价格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GPU使用参考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GPU资源使用教程——针对超级小白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CSDN｜科研小白扫盲：Kaggle平台使用指导指南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Kaggle官方｜Notebook使用文档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课程Notebook：下载course_kaggle.ipynb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28800"/>
            <a:ext cx="10698480" cy="117043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56816"/>
            <a:ext cx="1036929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display(Image("outputs/baseline/curves.png"))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损失是否逐渐下降？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后期是否还在改善？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验证表现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验证准确率怎样变化？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与训练表现差距多大？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在测试集上评估并记录。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596128"/>
            <a:ext cx="104241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指标与参数保存在metrics.json中；结合曲线，解释本次实验的结果。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0" name="Picture 9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对比分析内容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AutoDL环境配置与运行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常见问题与处理方法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验证表现不再改善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查看训练与验证曲线，检查样本量、预训练权重与学习率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CPU备用：README提供小样本流程检查命令，便于先熟悉代码运行。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基础任务达标检查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训练、验证和测试流程完整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记录实际参数与运行环境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说明训练与验证曲线变化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完成一次自选参数对比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查看预测并分析错例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提交自己的实验报告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提交时间与方式由任课教师通知；报告分别列出验证集和测试集结果。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拓展任务与加分要求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792224"/>
            <a:ext cx="10680192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1028700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完成MNIST规定任务并提交实验报告，即达标及格。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加分任务一｜CIFAR-10微调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把ByteFormer微调流程迁移到CIFAR-10。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自行适配数据读取与分类任务，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进阶加分任务二｜Stanford40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完成斯坦福40动作识别数据集的微调分类。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自行准备数据、调整分类头并设置参数，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分析预测结果与典型错例。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477256"/>
            <a:ext cx="10378440" cy="7680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完成拓展任务可获得加分，进阶任务的加分高于基础拓展任务。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提交代码、数据划分、实验结果及分析，说明数据处理和模型调整方法。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实验步骤、运行命令和常见问题见README与课程Notebook。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课程仓库：代码、Notebook、数据、PPT、报告模板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 Notebook 官方文档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 官方快速开始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ByteFormer 原论文：Bytes Are All You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Apple CoreNet：ByteFormer代码与预训练权重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码流图像分类任务说明</dc:title>
  <dc:subject>码流图像分类：ByteFormer微调MNIST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